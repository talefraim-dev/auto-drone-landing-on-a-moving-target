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9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5FA0-65D9-4BE2-07F9-CDE8D219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4C9D6-5695-DBB0-2DDE-7481A4DA9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2EC39-8CBC-D670-0034-6BA8540D7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BF6D-4032-4BDB-9A55-9414D260E27E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CCE49-1A72-7C6D-5872-30060B6C9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9881D-E87F-89AD-46FE-E3E086E1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2D32-8E5D-40BE-984C-90C92C1AA58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8765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57A01-AEC2-0593-DECA-872D0CF87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A8D16-A4D0-8F1A-28CE-2DF0EA9A7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C21A2-8ABE-ECD8-9C35-EEE01C579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BF6D-4032-4BDB-9A55-9414D260E27E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C835C-453B-D459-39A0-709EF1035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05AA7-4257-9F0E-C19F-F00FF9D2D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2D32-8E5D-40BE-984C-90C92C1AA58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3793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B1F7-360B-910F-E504-2AAE102B6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02802-8C5D-28AB-DB36-0E7E3D8A9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5FCFC-9AE7-5EAD-1495-31A04D08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BF6D-4032-4BDB-9A55-9414D260E27E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A1DA2-35D7-85CA-7018-72EDBA239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08F69-94A1-93A2-5B3E-D68C6524A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2D32-8E5D-40BE-984C-90C92C1AA58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8804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EC8C-7592-AEBB-DDA5-F0795FE32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A4C2E-FAEB-AFD1-E6AE-BA04F863BF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2B46C-1B90-16F1-E5E2-8961D5C76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677A7-746B-4BCD-B32E-1D786607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BF6D-4032-4BDB-9A55-9414D260E27E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09AA4-EE65-B4B8-97F3-4545AF0B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07C32-07E8-4893-8FF6-CDA021E1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2D32-8E5D-40BE-984C-90C92C1AA58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92575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1622-AB5A-F77E-E4AB-B77AB999E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43B8D-6EAF-981B-3CDA-6CF425F8A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7DBE0-9144-4A1B-97AF-0CB7F6790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A986C-4398-6691-AF9E-7BC020765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B30CFA-2038-7251-A423-C31FC6412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E9BCB2-A884-3615-068C-22A279D98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BF6D-4032-4BDB-9A55-9414D260E27E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956DD1-7DF3-CE68-89DA-585ED2E7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5D2ABC-2CA7-DB95-5E0D-E61C9095D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2D32-8E5D-40BE-984C-90C92C1AA58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494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5F0C-1EB8-C415-C740-90E1833B5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09CF9-6A12-4E97-62D0-6EB37D29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BF6D-4032-4BDB-9A55-9414D260E27E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56225-2741-9D1E-F1D4-9C309EB63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04603-812E-1015-3EB3-F0C8B8D4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2D32-8E5D-40BE-984C-90C92C1AA58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97591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1A5A4C-516B-473A-908F-23AED12E5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BF6D-4032-4BDB-9A55-9414D260E27E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BD4CB-AAD4-A203-1EBC-DB2E9FC83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19576-D69A-A703-D2F2-4AA1A3409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2D32-8E5D-40BE-984C-90C92C1AA58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95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7C994-BFD8-798C-80D1-8CD91CE56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22EED-2EEE-E657-3E5F-3281D8B53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7E1CE8-939C-8B24-E5EE-EBF3D4DB2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7C21C-13B1-07C6-0DBF-85A4999D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BF6D-4032-4BDB-9A55-9414D260E27E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1BEE6-1A52-9BF3-303A-1F4A7C227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0E79A-8A76-1965-0D13-AAA1A1D8E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2D32-8E5D-40BE-984C-90C92C1AA58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386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3B525-36FD-6BF0-CF57-3C724B40C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45755-0DBE-C4EE-091C-AA7839B468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4456F-8D45-65F0-3465-F77CC1E46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7782D-E03A-6F1B-7D3F-A586A264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BF6D-4032-4BDB-9A55-9414D260E27E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94E84-335E-A5EB-3AD2-A1E0CBC6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BB8D2-AE26-A4A7-06D4-07ECBCBF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2D32-8E5D-40BE-984C-90C92C1AA58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99357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C1BC-AEAE-D7B8-5BFF-D742E7AC5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AFDFB7-53C2-E621-D903-AD1EECA31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4959B-B2A7-F914-F651-D489561E2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BF6D-4032-4BDB-9A55-9414D260E27E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3B334-39F6-9893-90A7-160E2886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A797B-F928-9918-288B-E56EF493B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2D32-8E5D-40BE-984C-90C92C1AA58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85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A4D40E-FEA2-8CDC-6A27-3B4DE11A7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A15E1-C390-97A2-21FD-52CE5C5DA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B39C8-FF68-490E-AAFC-0D59FE61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BF6D-4032-4BDB-9A55-9414D260E27E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32CA9-5454-C15C-9809-9FA3E14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52EAA-E1B9-D33E-90B6-E69830E8F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2D32-8E5D-40BE-984C-90C92C1AA58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67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C369D2-E69A-7D72-FDFD-DF991C530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2D36B-D86B-6932-9760-55EEC2853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6ECC0-70C4-F066-A771-E004CAF84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7BF6D-4032-4BDB-9A55-9414D260E27E}" type="datetimeFigureOut">
              <a:rPr lang="LID4096" smtClean="0"/>
              <a:t>08/25/2026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E2CDE-F697-EDC6-E51F-F7663C7D3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DB04F-72A4-6A1D-08F3-CAE28BD56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82D32-8E5D-40BE-984C-90C92C1AA58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49139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>
            <a:extLst>
              <a:ext uri="{FF2B5EF4-FFF2-40B4-BE49-F238E27FC236}">
                <a16:creationId xmlns:a16="http://schemas.microsoft.com/office/drawing/2014/main" id="{B8DE61B7-6144-E130-667F-B4959DEA1479}"/>
              </a:ext>
            </a:extLst>
          </p:cNvPr>
          <p:cNvSpPr txBox="1"/>
          <p:nvPr/>
        </p:nvSpPr>
        <p:spPr>
          <a:xfrm>
            <a:off x="5804452" y="37039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LID4096" dirty="0"/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32DC0AD-EE89-2D5E-158B-B32C0FDD0CF0}"/>
              </a:ext>
            </a:extLst>
          </p:cNvPr>
          <p:cNvGrpSpPr/>
          <p:nvPr/>
        </p:nvGrpSpPr>
        <p:grpSpPr>
          <a:xfrm>
            <a:off x="1318266" y="-130923"/>
            <a:ext cx="10732237" cy="6756991"/>
            <a:chOff x="1318266" y="-130923"/>
            <a:chExt cx="10732237" cy="6756991"/>
          </a:xfrm>
        </p:grpSpPr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37B4EEFC-001A-AB4F-F103-E9B348259164}"/>
                </a:ext>
              </a:extLst>
            </p:cNvPr>
            <p:cNvCxnSpPr>
              <a:cxnSpLocks/>
              <a:stCxn id="66" idx="2"/>
              <a:endCxn id="153" idx="0"/>
            </p:cNvCxnSpPr>
            <p:nvPr/>
          </p:nvCxnSpPr>
          <p:spPr>
            <a:xfrm>
              <a:off x="9667868" y="3101330"/>
              <a:ext cx="10588" cy="107863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DF3E8F58-3C18-6156-52FD-1AEDD68CAA62}"/>
                </a:ext>
              </a:extLst>
            </p:cNvPr>
            <p:cNvGrpSpPr/>
            <p:nvPr/>
          </p:nvGrpSpPr>
          <p:grpSpPr>
            <a:xfrm>
              <a:off x="1318266" y="-130923"/>
              <a:ext cx="10732237" cy="6756991"/>
              <a:chOff x="1318266" y="-130923"/>
              <a:chExt cx="10732237" cy="6756991"/>
            </a:xfrm>
          </p:grpSpPr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DB49281F-85E1-3092-9378-114DBE35B337}"/>
                  </a:ext>
                </a:extLst>
              </p:cNvPr>
              <p:cNvCxnSpPr>
                <a:stCxn id="36" idx="2"/>
                <a:endCxn id="72" idx="0"/>
              </p:cNvCxnSpPr>
              <p:nvPr/>
            </p:nvCxnSpPr>
            <p:spPr>
              <a:xfrm flipH="1">
                <a:off x="2380383" y="3142569"/>
                <a:ext cx="26027" cy="1659094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B152DCF1-3BFD-77AD-760F-D7A6C3312C97}"/>
                  </a:ext>
                </a:extLst>
              </p:cNvPr>
              <p:cNvGrpSpPr/>
              <p:nvPr/>
            </p:nvGrpSpPr>
            <p:grpSpPr>
              <a:xfrm>
                <a:off x="1318266" y="-130923"/>
                <a:ext cx="10732237" cy="6756991"/>
                <a:chOff x="1318266" y="-130923"/>
                <a:chExt cx="10732237" cy="6756991"/>
              </a:xfrm>
            </p:grpSpPr>
            <p:grpSp>
              <p:nvGrpSpPr>
                <p:cNvPr id="73" name="Group 72">
                  <a:extLst>
                    <a:ext uri="{FF2B5EF4-FFF2-40B4-BE49-F238E27FC236}">
                      <a16:creationId xmlns:a16="http://schemas.microsoft.com/office/drawing/2014/main" id="{2474FEA9-D5E4-2F21-3C06-056B6326BEF2}"/>
                    </a:ext>
                  </a:extLst>
                </p:cNvPr>
                <p:cNvGrpSpPr/>
                <p:nvPr/>
              </p:nvGrpSpPr>
              <p:grpSpPr>
                <a:xfrm>
                  <a:off x="1318266" y="4505961"/>
                  <a:ext cx="1946985" cy="1673927"/>
                  <a:chOff x="783534" y="1864402"/>
                  <a:chExt cx="1946985" cy="1673927"/>
                </a:xfrm>
              </p:grpSpPr>
              <p:pic>
                <p:nvPicPr>
                  <p:cNvPr id="52" name="Picture 51">
                    <a:extLst>
                      <a:ext uri="{FF2B5EF4-FFF2-40B4-BE49-F238E27FC236}">
                        <a16:creationId xmlns:a16="http://schemas.microsoft.com/office/drawing/2014/main" id="{92CB5E1A-698F-A93D-69F3-E130B96A6B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783534" y="1864402"/>
                    <a:ext cx="354497" cy="354497"/>
                  </a:xfrm>
                  <a:prstGeom prst="rect">
                    <a:avLst/>
                  </a:prstGeom>
                </p:spPr>
              </p:pic>
              <p:pic>
                <p:nvPicPr>
                  <p:cNvPr id="54" name="Picture 53">
                    <a:extLst>
                      <a:ext uri="{FF2B5EF4-FFF2-40B4-BE49-F238E27FC236}">
                        <a16:creationId xmlns:a16="http://schemas.microsoft.com/office/drawing/2014/main" id="{C82D48AB-1B17-7A52-5267-B395365CD9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552873" y="2948893"/>
                    <a:ext cx="480107" cy="480107"/>
                  </a:xfrm>
                  <a:prstGeom prst="rect">
                    <a:avLst/>
                  </a:prstGeom>
                </p:spPr>
              </p:pic>
              <p:sp>
                <p:nvSpPr>
                  <p:cNvPr id="72" name="Rectangle: Rounded Corners 71">
                    <a:extLst>
                      <a:ext uri="{FF2B5EF4-FFF2-40B4-BE49-F238E27FC236}">
                        <a16:creationId xmlns:a16="http://schemas.microsoft.com/office/drawing/2014/main" id="{D49CE5CF-0F57-B53D-E4E5-8050AEC2FD52}"/>
                      </a:ext>
                    </a:extLst>
                  </p:cNvPr>
                  <p:cNvSpPr/>
                  <p:nvPr/>
                </p:nvSpPr>
                <p:spPr>
                  <a:xfrm>
                    <a:off x="960783" y="2160104"/>
                    <a:ext cx="1769736" cy="1378225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chemeClr val="tx1"/>
                        </a:solidFill>
                      </a:rPr>
                      <a:t>User interface</a:t>
                    </a:r>
                  </a:p>
                  <a:p>
                    <a:pPr algn="ctr"/>
                    <a:r>
                      <a:rPr lang="en-US" sz="1400" dirty="0">
                        <a:solidFill>
                          <a:schemeClr val="tx1"/>
                        </a:solidFill>
                      </a:rPr>
                      <a:t>(React.js web app)</a:t>
                    </a:r>
                  </a:p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LID4096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3C25DE7F-187C-5BA0-317B-80BDC40B2916}"/>
                    </a:ext>
                  </a:extLst>
                </p:cNvPr>
                <p:cNvGrpSpPr/>
                <p:nvPr/>
              </p:nvGrpSpPr>
              <p:grpSpPr>
                <a:xfrm>
                  <a:off x="1575514" y="-130923"/>
                  <a:ext cx="10474989" cy="6756991"/>
                  <a:chOff x="1575514" y="-130923"/>
                  <a:chExt cx="10474989" cy="6756991"/>
                </a:xfrm>
              </p:grpSpPr>
              <p:grpSp>
                <p:nvGrpSpPr>
                  <p:cNvPr id="154" name="Group 153">
                    <a:extLst>
                      <a:ext uri="{FF2B5EF4-FFF2-40B4-BE49-F238E27FC236}">
                        <a16:creationId xmlns:a16="http://schemas.microsoft.com/office/drawing/2014/main" id="{FBA9699C-5F55-DFFC-0F87-036CB85B2508}"/>
                      </a:ext>
                    </a:extLst>
                  </p:cNvPr>
                  <p:cNvGrpSpPr/>
                  <p:nvPr/>
                </p:nvGrpSpPr>
                <p:grpSpPr>
                  <a:xfrm>
                    <a:off x="7096293" y="4139756"/>
                    <a:ext cx="4954210" cy="2486312"/>
                    <a:chOff x="6409124" y="3972116"/>
                    <a:chExt cx="4954210" cy="2486312"/>
                  </a:xfrm>
                </p:grpSpPr>
                <p:pic>
                  <p:nvPicPr>
                    <p:cNvPr id="97" name="Picture 96">
                      <a:extLst>
                        <a:ext uri="{FF2B5EF4-FFF2-40B4-BE49-F238E27FC236}">
                          <a16:creationId xmlns:a16="http://schemas.microsoft.com/office/drawing/2014/main" id="{137DEF48-B17C-C030-1F87-5943B42914F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 flipH="1">
                      <a:off x="6409124" y="4621604"/>
                      <a:ext cx="2350067" cy="1555106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146" name="Group 145">
                      <a:extLst>
                        <a:ext uri="{FF2B5EF4-FFF2-40B4-BE49-F238E27FC236}">
                          <a16:creationId xmlns:a16="http://schemas.microsoft.com/office/drawing/2014/main" id="{4F9FF8D2-EFC0-68D1-2F33-A4D829C485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80680" y="3972116"/>
                      <a:ext cx="3252438" cy="2379590"/>
                      <a:chOff x="4582638" y="4073315"/>
                      <a:chExt cx="3252438" cy="2379590"/>
                    </a:xfrm>
                  </p:grpSpPr>
                  <p:grpSp>
                    <p:nvGrpSpPr>
                      <p:cNvPr id="90" name="Group 89">
                        <a:extLst>
                          <a:ext uri="{FF2B5EF4-FFF2-40B4-BE49-F238E27FC236}">
                            <a16:creationId xmlns:a16="http://schemas.microsoft.com/office/drawing/2014/main" id="{85063F5C-997A-A7FF-4052-41F17481DB9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953637" y="4073315"/>
                        <a:ext cx="881439" cy="2379590"/>
                        <a:chOff x="5596970" y="3685844"/>
                        <a:chExt cx="881439" cy="2379590"/>
                      </a:xfrm>
                    </p:grpSpPr>
                    <p:grpSp>
                      <p:nvGrpSpPr>
                        <p:cNvPr id="87" name="Group 86">
                          <a:extLst>
                            <a:ext uri="{FF2B5EF4-FFF2-40B4-BE49-F238E27FC236}">
                              <a16:creationId xmlns:a16="http://schemas.microsoft.com/office/drawing/2014/main" id="{063BE4F7-57E8-6389-DAAB-A899533833D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596970" y="4008784"/>
                          <a:ext cx="881439" cy="2056650"/>
                          <a:chOff x="7142920" y="3428999"/>
                          <a:chExt cx="1326881" cy="2826027"/>
                        </a:xfrm>
                      </p:grpSpPr>
                      <p:grpSp>
                        <p:nvGrpSpPr>
                          <p:cNvPr id="58" name="Group 57">
                            <a:extLst>
                              <a:ext uri="{FF2B5EF4-FFF2-40B4-BE49-F238E27FC236}">
                                <a16:creationId xmlns:a16="http://schemas.microsoft.com/office/drawing/2014/main" id="{7E01A4FB-A901-408F-1D70-0E0B330E810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142920" y="3428999"/>
                            <a:ext cx="1263189" cy="1210536"/>
                            <a:chOff x="6437556" y="2575336"/>
                            <a:chExt cx="1263189" cy="1210536"/>
                          </a:xfrm>
                        </p:grpSpPr>
                        <p:sp>
                          <p:nvSpPr>
                            <p:cNvPr id="30" name="TextBox 29">
                              <a:extLst>
                                <a:ext uri="{FF2B5EF4-FFF2-40B4-BE49-F238E27FC236}">
                                  <a16:creationId xmlns:a16="http://schemas.microsoft.com/office/drawing/2014/main" id="{203B28D6-0B13-49D1-34AD-7A5B5BBC8AA2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437556" y="2575336"/>
                              <a:ext cx="1263189" cy="38062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ctr"/>
                              <a:r>
                                <a:rPr lang="en-US" sz="1200" dirty="0"/>
                                <a:t>Agent    1</a:t>
                              </a:r>
                              <a:endParaRPr lang="LID4096" sz="1200" dirty="0"/>
                            </a:p>
                          </p:txBody>
                        </p:sp>
                        <p:pic>
                          <p:nvPicPr>
                            <p:cNvPr id="56" name="Picture 55">
                              <a:extLst>
                                <a:ext uri="{FF2B5EF4-FFF2-40B4-BE49-F238E27FC236}">
                                  <a16:creationId xmlns:a16="http://schemas.microsoft.com/office/drawing/2014/main" id="{F34DBFEA-370D-38CA-F546-C7CE50AC1442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611950" y="2871473"/>
                              <a:ext cx="914399" cy="914399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grpSp>
                        <p:nvGrpSpPr>
                          <p:cNvPr id="59" name="Group 58">
                            <a:extLst>
                              <a:ext uri="{FF2B5EF4-FFF2-40B4-BE49-F238E27FC236}">
                                <a16:creationId xmlns:a16="http://schemas.microsoft.com/office/drawing/2014/main" id="{0107EA8D-6F11-8FCD-8451-6B01732FC15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228220" y="4803424"/>
                            <a:ext cx="1241581" cy="1374060"/>
                            <a:chOff x="6522856" y="2686528"/>
                            <a:chExt cx="1241581" cy="1374060"/>
                          </a:xfrm>
                        </p:grpSpPr>
                        <p:sp>
                          <p:nvSpPr>
                            <p:cNvPr id="60" name="TextBox 59">
                              <a:extLst>
                                <a:ext uri="{FF2B5EF4-FFF2-40B4-BE49-F238E27FC236}">
                                  <a16:creationId xmlns:a16="http://schemas.microsoft.com/office/drawing/2014/main" id="{250EAF1D-2E7E-F6EF-D432-4F8D17560D7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522856" y="3679966"/>
                              <a:ext cx="1241581" cy="38062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sz="1200" dirty="0"/>
                                <a:t>Agent    2</a:t>
                              </a:r>
                              <a:endParaRPr lang="LID4096" sz="1200" dirty="0"/>
                            </a:p>
                          </p:txBody>
                        </p:sp>
                        <p:pic>
                          <p:nvPicPr>
                            <p:cNvPr id="61" name="Picture 60">
                              <a:extLst>
                                <a:ext uri="{FF2B5EF4-FFF2-40B4-BE49-F238E27FC236}">
                                  <a16:creationId xmlns:a16="http://schemas.microsoft.com/office/drawing/2014/main" id="{8E654EA7-94CC-A06F-469F-6D0FA017FAA2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611951" y="2686528"/>
                              <a:ext cx="914399" cy="914400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sp>
                        <p:nvSpPr>
                          <p:cNvPr id="86" name="Rectangle: Rounded Corners 85">
                            <a:extLst>
                              <a:ext uri="{FF2B5EF4-FFF2-40B4-BE49-F238E27FC236}">
                                <a16:creationId xmlns:a16="http://schemas.microsoft.com/office/drawing/2014/main" id="{A9ECA240-73B9-10A7-FC6B-A468A334B23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142920" y="3429000"/>
                            <a:ext cx="1263189" cy="2826026"/>
                          </a:xfrm>
                          <a:prstGeom prst="roundRect">
                            <a:avLst/>
                          </a:prstGeom>
                          <a:noFill/>
                          <a:ln>
                            <a:solidFill>
                              <a:srgbClr val="FFC000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LID4096" dirty="0"/>
                          </a:p>
                        </p:txBody>
                      </p:sp>
                    </p:grpSp>
                    <p:sp>
                      <p:nvSpPr>
                        <p:cNvPr id="89" name="TextBox 88">
                          <a:extLst>
                            <a:ext uri="{FF2B5EF4-FFF2-40B4-BE49-F238E27FC236}">
                              <a16:creationId xmlns:a16="http://schemas.microsoft.com/office/drawing/2014/main" id="{FB9D81B4-DA71-682C-65B6-F7BC1CF465E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604146" y="3685844"/>
                          <a:ext cx="824775" cy="33855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1600" b="1" dirty="0"/>
                            <a:t>Agents</a:t>
                          </a:r>
                          <a:endParaRPr lang="LID4096" sz="1600" b="1" dirty="0"/>
                        </a:p>
                      </p:txBody>
                    </p:sp>
                  </p:grpSp>
                  <p:grpSp>
                    <p:nvGrpSpPr>
                      <p:cNvPr id="137" name="Group 136">
                        <a:extLst>
                          <a:ext uri="{FF2B5EF4-FFF2-40B4-BE49-F238E27FC236}">
                            <a16:creationId xmlns:a16="http://schemas.microsoft.com/office/drawing/2014/main" id="{A18FA815-71C2-563D-68ED-135F8F76904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638518" y="4629625"/>
                        <a:ext cx="2414942" cy="461665"/>
                        <a:chOff x="4638518" y="4629625"/>
                        <a:chExt cx="2414942" cy="461665"/>
                      </a:xfrm>
                    </p:grpSpPr>
                    <p:cxnSp>
                      <p:nvCxnSpPr>
                        <p:cNvPr id="135" name="Straight Arrow Connector 134">
                          <a:extLst>
                            <a:ext uri="{FF2B5EF4-FFF2-40B4-BE49-F238E27FC236}">
                              <a16:creationId xmlns:a16="http://schemas.microsoft.com/office/drawing/2014/main" id="{66354B00-AE35-BFEC-0F60-3374F3374D6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638518" y="5034472"/>
                          <a:ext cx="2414942" cy="0"/>
                        </a:xfrm>
                        <a:prstGeom prst="straightConnector1">
                          <a:avLst/>
                        </a:prstGeom>
                        <a:ln w="12700">
                          <a:solidFill>
                            <a:srgbClr val="00B0F0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36" name="TextBox 135">
                          <a:extLst>
                            <a:ext uri="{FF2B5EF4-FFF2-40B4-BE49-F238E27FC236}">
                              <a16:creationId xmlns:a16="http://schemas.microsoft.com/office/drawing/2014/main" id="{3F87463F-8E40-6321-EF5F-87D53B673B7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023211" y="4629625"/>
                          <a:ext cx="914400" cy="46166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200" dirty="0"/>
                            <a:t>Tracking corrections</a:t>
                          </a:r>
                          <a:endParaRPr lang="LID4096" sz="1200" dirty="0"/>
                        </a:p>
                      </p:txBody>
                    </p:sp>
                  </p:grpSp>
                  <p:grpSp>
                    <p:nvGrpSpPr>
                      <p:cNvPr id="143" name="Group 142">
                        <a:extLst>
                          <a:ext uri="{FF2B5EF4-FFF2-40B4-BE49-F238E27FC236}">
                            <a16:creationId xmlns:a16="http://schemas.microsoft.com/office/drawing/2014/main" id="{216F8F48-847D-A61E-6EEF-FE4E54289A0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582638" y="5807805"/>
                        <a:ext cx="2470822" cy="470104"/>
                        <a:chOff x="4582638" y="5034472"/>
                        <a:chExt cx="2470822" cy="470104"/>
                      </a:xfrm>
                    </p:grpSpPr>
                    <p:cxnSp>
                      <p:nvCxnSpPr>
                        <p:cNvPr id="144" name="Straight Arrow Connector 143">
                          <a:extLst>
                            <a:ext uri="{FF2B5EF4-FFF2-40B4-BE49-F238E27FC236}">
                              <a16:creationId xmlns:a16="http://schemas.microsoft.com/office/drawing/2014/main" id="{5EFEE0F6-D0BC-2217-5C9F-3D12F2E585F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582638" y="5034472"/>
                          <a:ext cx="2470822" cy="0"/>
                        </a:xfrm>
                        <a:prstGeom prst="straightConnector1">
                          <a:avLst/>
                        </a:prstGeom>
                        <a:ln w="12700">
                          <a:solidFill>
                            <a:srgbClr val="00B0F0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45" name="TextBox 144">
                          <a:extLst>
                            <a:ext uri="{FF2B5EF4-FFF2-40B4-BE49-F238E27FC236}">
                              <a16:creationId xmlns:a16="http://schemas.microsoft.com/office/drawing/2014/main" id="{CFC7EE15-D5D5-C4E5-FE64-DFB814E520B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023211" y="5042911"/>
                          <a:ext cx="914400" cy="46166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200" dirty="0"/>
                            <a:t>Landing corrections</a:t>
                          </a:r>
                          <a:endParaRPr lang="LID4096" sz="1200" dirty="0"/>
                        </a:p>
                      </p:txBody>
                    </p:sp>
                  </p:grpSp>
                </p:grpSp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DF054A3F-E7F5-F9EC-AA4E-164E6C9D48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65120" y="4489897"/>
                      <a:ext cx="205988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dirty="0"/>
                        <a:t>Current flight state policy</a:t>
                      </a:r>
                      <a:endParaRPr lang="LID4096" sz="1400" dirty="0"/>
                    </a:p>
                  </p:txBody>
                </p:sp>
                <p:sp>
                  <p:nvSpPr>
                    <p:cNvPr id="153" name="Rectangle: Rounded Corners 152">
                      <a:extLst>
                        <a:ext uri="{FF2B5EF4-FFF2-40B4-BE49-F238E27FC236}">
                          <a16:creationId xmlns:a16="http://schemas.microsoft.com/office/drawing/2014/main" id="{745A693D-E1C9-AFC1-CFF9-2FBA07FF51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9240" y="4012327"/>
                      <a:ext cx="4744094" cy="2446101"/>
                    </a:xfrm>
                    <a:prstGeom prst="round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LID4096"/>
                    </a:p>
                  </p:txBody>
                </p:sp>
              </p:grpSp>
              <p:grpSp>
                <p:nvGrpSpPr>
                  <p:cNvPr id="164" name="Group 163">
                    <a:extLst>
                      <a:ext uri="{FF2B5EF4-FFF2-40B4-BE49-F238E27FC236}">
                        <a16:creationId xmlns:a16="http://schemas.microsoft.com/office/drawing/2014/main" id="{BF8C25FA-CB5F-F88B-B300-82CEAEEDA699}"/>
                      </a:ext>
                    </a:extLst>
                  </p:cNvPr>
                  <p:cNvGrpSpPr/>
                  <p:nvPr/>
                </p:nvGrpSpPr>
                <p:grpSpPr>
                  <a:xfrm>
                    <a:off x="1575514" y="-130923"/>
                    <a:ext cx="8737075" cy="3273492"/>
                    <a:chOff x="1575514" y="-130923"/>
                    <a:chExt cx="8737075" cy="3273492"/>
                  </a:xfrm>
                </p:grpSpPr>
                <p:grpSp>
                  <p:nvGrpSpPr>
                    <p:cNvPr id="127" name="Group 126">
                      <a:extLst>
                        <a:ext uri="{FF2B5EF4-FFF2-40B4-BE49-F238E27FC236}">
                          <a16:creationId xmlns:a16="http://schemas.microsoft.com/office/drawing/2014/main" id="{137C7A47-CE80-0F67-9F0F-FD94849967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75514" y="-130923"/>
                      <a:ext cx="8737075" cy="3273492"/>
                      <a:chOff x="1246352" y="-554050"/>
                      <a:chExt cx="9607641" cy="3707346"/>
                    </a:xfrm>
                  </p:grpSpPr>
                  <p:grpSp>
                    <p:nvGrpSpPr>
                      <p:cNvPr id="110" name="Group 109">
                        <a:extLst>
                          <a:ext uri="{FF2B5EF4-FFF2-40B4-BE49-F238E27FC236}">
                            <a16:creationId xmlns:a16="http://schemas.microsoft.com/office/drawing/2014/main" id="{AF171F95-E3D2-14DB-CE52-0B111C8F92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46352" y="-554050"/>
                        <a:ext cx="9607641" cy="3707346"/>
                        <a:chOff x="1204492" y="-98181"/>
                        <a:chExt cx="9607641" cy="3707346"/>
                      </a:xfrm>
                    </p:grpSpPr>
                    <p:grpSp>
                      <p:nvGrpSpPr>
                        <p:cNvPr id="69" name="Group 68">
                          <a:extLst>
                            <a:ext uri="{FF2B5EF4-FFF2-40B4-BE49-F238E27FC236}">
                              <a16:creationId xmlns:a16="http://schemas.microsoft.com/office/drawing/2014/main" id="{AEC7BDFE-6CB7-C119-0080-07A954410EF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394209" y="1884270"/>
                          <a:ext cx="1417924" cy="1678191"/>
                          <a:chOff x="9629893" y="2586574"/>
                          <a:chExt cx="914399" cy="1197221"/>
                        </a:xfrm>
                      </p:grpSpPr>
                      <p:pic>
                        <p:nvPicPr>
                          <p:cNvPr id="66" name="Picture 65">
                            <a:extLst>
                              <a:ext uri="{FF2B5EF4-FFF2-40B4-BE49-F238E27FC236}">
                                <a16:creationId xmlns:a16="http://schemas.microsoft.com/office/drawing/2014/main" id="{9B8F7955-27DB-189D-CC32-3A6A987D298C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9629893" y="2790728"/>
                            <a:ext cx="914399" cy="993067"/>
                          </a:xfrm>
                          <a:prstGeom prst="rect">
                            <a:avLst/>
                          </a:prstGeom>
                        </p:spPr>
                      </p:pic>
                      <p:sp>
                        <p:nvSpPr>
                          <p:cNvPr id="68" name="TextBox 67">
                            <a:extLst>
                              <a:ext uri="{FF2B5EF4-FFF2-40B4-BE49-F238E27FC236}">
                                <a16:creationId xmlns:a16="http://schemas.microsoft.com/office/drawing/2014/main" id="{849FEEBB-90FA-666C-2A14-DE3A2E81582C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9672550" y="2586574"/>
                            <a:ext cx="817265" cy="219568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sz="1400" dirty="0"/>
                              <a:t>AI layer</a:t>
                            </a:r>
                            <a:endParaRPr lang="LID4096" sz="1400" dirty="0"/>
                          </a:p>
                        </p:txBody>
                      </p:sp>
                    </p:grpSp>
                    <p:pic>
                      <p:nvPicPr>
                        <p:cNvPr id="71" name="Picture 70">
                          <a:extLst>
                            <a:ext uri="{FF2B5EF4-FFF2-40B4-BE49-F238E27FC236}">
                              <a16:creationId xmlns:a16="http://schemas.microsoft.com/office/drawing/2014/main" id="{2A6D9832-8189-11EE-6356-BF86437FBBAC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928231" y="-98181"/>
                          <a:ext cx="2414880" cy="2414881"/>
                        </a:xfrm>
                        <a:prstGeom prst="rect">
                          <a:avLst/>
                        </a:prstGeom>
                      </p:spPr>
                    </p:pic>
                    <p:grpSp>
                      <p:nvGrpSpPr>
                        <p:cNvPr id="109" name="Group 108">
                          <a:extLst>
                            <a:ext uri="{FF2B5EF4-FFF2-40B4-BE49-F238E27FC236}">
                              <a16:creationId xmlns:a16="http://schemas.microsoft.com/office/drawing/2014/main" id="{E8234133-CAD8-3A26-3978-8B0B9E3153B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204492" y="1972688"/>
                          <a:ext cx="2072566" cy="1636477"/>
                          <a:chOff x="1204492" y="1972688"/>
                          <a:chExt cx="2072566" cy="1636477"/>
                        </a:xfrm>
                      </p:grpSpPr>
                      <p:pic>
                        <p:nvPicPr>
                          <p:cNvPr id="36" name="Picture 35">
                            <a:extLst>
                              <a:ext uri="{FF2B5EF4-FFF2-40B4-BE49-F238E27FC236}">
                                <a16:creationId xmlns:a16="http://schemas.microsoft.com/office/drawing/2014/main" id="{0262EC53-81D6-61CF-27B0-B7E13FF5B957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409215" y="2126577"/>
                            <a:ext cx="1417926" cy="1482588"/>
                          </a:xfrm>
                          <a:prstGeom prst="rect">
                            <a:avLst/>
                          </a:prstGeom>
                        </p:spPr>
                      </p:pic>
                      <p:sp>
                        <p:nvSpPr>
                          <p:cNvPr id="75" name="TextBox 74">
                            <a:extLst>
                              <a:ext uri="{FF2B5EF4-FFF2-40B4-BE49-F238E27FC236}">
                                <a16:creationId xmlns:a16="http://schemas.microsoft.com/office/drawing/2014/main" id="{C0A2C2B8-4786-0601-8113-9EAD692C9E0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204492" y="1972688"/>
                            <a:ext cx="2072566" cy="348568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sz="1400" dirty="0"/>
                              <a:t>Ground control station</a:t>
                            </a:r>
                            <a:endParaRPr lang="LID4096" sz="1400" dirty="0"/>
                          </a:p>
                        </p:txBody>
                      </p:sp>
                    </p:grpSp>
                    <p:cxnSp>
                      <p:nvCxnSpPr>
                        <p:cNvPr id="79" name="Connector: Elbow 78">
                          <a:extLst>
                            <a:ext uri="{FF2B5EF4-FFF2-40B4-BE49-F238E27FC236}">
                              <a16:creationId xmlns:a16="http://schemas.microsoft.com/office/drawing/2014/main" id="{8DE69619-F8C0-4298-04FD-0660AFDA5545}"/>
                            </a:ext>
                          </a:extLst>
                        </p:cNvPr>
                        <p:cNvCxnSpPr>
                          <a:cxnSpLocks/>
                          <a:endCxn id="75" idx="0"/>
                        </p:cNvCxnSpPr>
                        <p:nvPr/>
                      </p:nvCxnSpPr>
                      <p:spPr>
                        <a:xfrm rot="10800000" flipV="1">
                          <a:off x="2240776" y="1172808"/>
                          <a:ext cx="2788429" cy="799878"/>
                        </a:xfrm>
                        <a:prstGeom prst="bentConnector2">
                          <a:avLst/>
                        </a:prstGeom>
                        <a:ln w="28575">
                          <a:solidFill>
                            <a:schemeClr val="accent5"/>
                          </a:solidFill>
                          <a:headEnd type="triangle"/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3" name="Connector: Elbow 82">
                          <a:extLst>
                            <a:ext uri="{FF2B5EF4-FFF2-40B4-BE49-F238E27FC236}">
                              <a16:creationId xmlns:a16="http://schemas.microsoft.com/office/drawing/2014/main" id="{E9BDB266-4EF3-1E8C-1449-EE8D577C7B11}"/>
                            </a:ext>
                          </a:extLst>
                        </p:cNvPr>
                        <p:cNvCxnSpPr>
                          <a:cxnSpLocks/>
                          <a:endCxn id="68" idx="0"/>
                        </p:cNvCxnSpPr>
                        <p:nvPr/>
                      </p:nvCxnSpPr>
                      <p:spPr>
                        <a:xfrm>
                          <a:off x="7242136" y="1167790"/>
                          <a:ext cx="2851895" cy="716479"/>
                        </a:xfrm>
                        <a:prstGeom prst="bentConnector2">
                          <a:avLst/>
                        </a:prstGeom>
                        <a:ln w="28575">
                          <a:headEnd type="triangle"/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02" name="Group 101">
                        <a:extLst>
                          <a:ext uri="{FF2B5EF4-FFF2-40B4-BE49-F238E27FC236}">
                            <a16:creationId xmlns:a16="http://schemas.microsoft.com/office/drawing/2014/main" id="{4ADEA920-C607-10A4-9449-D6BD4ECF2B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79129" y="1870300"/>
                        <a:ext cx="2851896" cy="1081025"/>
                        <a:chOff x="4590288" y="2337883"/>
                        <a:chExt cx="2851896" cy="1081025"/>
                      </a:xfrm>
                    </p:grpSpPr>
                    <p:grpSp>
                      <p:nvGrpSpPr>
                        <p:cNvPr id="99" name="Group 98">
                          <a:extLst>
                            <a:ext uri="{FF2B5EF4-FFF2-40B4-BE49-F238E27FC236}">
                              <a16:creationId xmlns:a16="http://schemas.microsoft.com/office/drawing/2014/main" id="{7D57472E-30C3-BB04-B9DD-4476A29FE3B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590288" y="2337883"/>
                          <a:ext cx="2851896" cy="1081025"/>
                          <a:chOff x="4590288" y="2337883"/>
                          <a:chExt cx="2851896" cy="1081025"/>
                        </a:xfrm>
                      </p:grpSpPr>
                      <p:grpSp>
                        <p:nvGrpSpPr>
                          <p:cNvPr id="64" name="Group 63">
                            <a:extLst>
                              <a:ext uri="{FF2B5EF4-FFF2-40B4-BE49-F238E27FC236}">
                                <a16:creationId xmlns:a16="http://schemas.microsoft.com/office/drawing/2014/main" id="{076BB1A4-BD38-8417-9575-E89B69D76CA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637638" y="2356822"/>
                            <a:ext cx="1306425" cy="1014073"/>
                            <a:chOff x="9156166" y="4434732"/>
                            <a:chExt cx="1306425" cy="1014073"/>
                          </a:xfrm>
                        </p:grpSpPr>
                        <p:pic>
                          <p:nvPicPr>
                            <p:cNvPr id="48" name="Picture 47">
                              <a:extLst>
                                <a:ext uri="{FF2B5EF4-FFF2-40B4-BE49-F238E27FC236}">
                                  <a16:creationId xmlns:a16="http://schemas.microsoft.com/office/drawing/2014/main" id="{7C42229B-E652-C311-4F7E-9B84305F7143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373389" y="4434732"/>
                              <a:ext cx="861187" cy="861187"/>
                            </a:xfrm>
                            <a:prstGeom prst="rect">
                              <a:avLst/>
                            </a:prstGeom>
                          </p:spPr>
                        </p:pic>
                        <p:sp>
                          <p:nvSpPr>
                            <p:cNvPr id="63" name="TextBox 62">
                              <a:extLst>
                                <a:ext uri="{FF2B5EF4-FFF2-40B4-BE49-F238E27FC236}">
                                  <a16:creationId xmlns:a16="http://schemas.microsoft.com/office/drawing/2014/main" id="{5003F87E-C295-4F07-7C5E-A4D405C748B6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9156166" y="5171806"/>
                              <a:ext cx="1306425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ctr"/>
                              <a:r>
                                <a:rPr lang="en-US" sz="1200" dirty="0"/>
                                <a:t>Sensor inputs</a:t>
                              </a:r>
                              <a:endParaRPr lang="LID4096" sz="1200" dirty="0"/>
                            </a:p>
                          </p:txBody>
                        </p:sp>
                      </p:grpSp>
                      <p:grpSp>
                        <p:nvGrpSpPr>
                          <p:cNvPr id="95" name="Group 94">
                            <a:extLst>
                              <a:ext uri="{FF2B5EF4-FFF2-40B4-BE49-F238E27FC236}">
                                <a16:creationId xmlns:a16="http://schemas.microsoft.com/office/drawing/2014/main" id="{6377C7E6-DDF6-D27F-7FB0-5F2348D0EB0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027592" y="2337883"/>
                            <a:ext cx="1389616" cy="1069723"/>
                            <a:chOff x="6027592" y="2337883"/>
                            <a:chExt cx="1389616" cy="1069723"/>
                          </a:xfrm>
                        </p:grpSpPr>
                        <p:pic>
                          <p:nvPicPr>
                            <p:cNvPr id="92" name="Picture 91">
                              <a:extLst>
                                <a:ext uri="{FF2B5EF4-FFF2-40B4-BE49-F238E27FC236}">
                                  <a16:creationId xmlns:a16="http://schemas.microsoft.com/office/drawing/2014/main" id="{C3C79401-B783-74F8-6646-0FCBB2C96199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255195" y="2337883"/>
                              <a:ext cx="861187" cy="861187"/>
                            </a:xfrm>
                            <a:prstGeom prst="rect">
                              <a:avLst/>
                            </a:prstGeom>
                          </p:spPr>
                        </p:pic>
                        <p:sp>
                          <p:nvSpPr>
                            <p:cNvPr id="94" name="TextBox 93">
                              <a:extLst>
                                <a:ext uri="{FF2B5EF4-FFF2-40B4-BE49-F238E27FC236}">
                                  <a16:creationId xmlns:a16="http://schemas.microsoft.com/office/drawing/2014/main" id="{206EE506-EEAA-B204-3DFF-B6C40233CD1B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027592" y="3093895"/>
                              <a:ext cx="1389616" cy="313711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sz="1200" dirty="0"/>
                                <a:t>Camera’s frames</a:t>
                              </a:r>
                              <a:endParaRPr lang="LID4096" sz="1200" dirty="0"/>
                            </a:p>
                          </p:txBody>
                        </p:sp>
                      </p:grpSp>
                      <p:sp>
                        <p:nvSpPr>
                          <p:cNvPr id="98" name="Rectangle: Rounded Corners 97">
                            <a:extLst>
                              <a:ext uri="{FF2B5EF4-FFF2-40B4-BE49-F238E27FC236}">
                                <a16:creationId xmlns:a16="http://schemas.microsoft.com/office/drawing/2014/main" id="{45DAA5E6-1BAC-B313-FA75-CDCA6E233C9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90288" y="2337883"/>
                            <a:ext cx="2851896" cy="1081025"/>
                          </a:xfrm>
                          <a:prstGeom prst="round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LID4096" dirty="0"/>
                          </a:p>
                        </p:txBody>
                      </p:sp>
                    </p:grpSp>
                    <p:cxnSp>
                      <p:nvCxnSpPr>
                        <p:cNvPr id="101" name="Straight Connector 100">
                          <a:extLst>
                            <a:ext uri="{FF2B5EF4-FFF2-40B4-BE49-F238E27FC236}">
                              <a16:creationId xmlns:a16="http://schemas.microsoft.com/office/drawing/2014/main" id="{F1628B54-88CC-2A36-CA22-E4E432169A7B}"/>
                            </a:ext>
                          </a:extLst>
                        </p:cNvPr>
                        <p:cNvCxnSpPr>
                          <a:stCxn id="98" idx="0"/>
                          <a:endCxn id="98" idx="2"/>
                        </p:cNvCxnSpPr>
                        <p:nvPr/>
                      </p:nvCxnSpPr>
                      <p:spPr>
                        <a:xfrm>
                          <a:off x="6016236" y="2337883"/>
                          <a:ext cx="0" cy="1081025"/>
                        </a:xfrm>
                        <a:prstGeom prst="line">
                          <a:avLst/>
                        </a:prstGeom>
                        <a:ln w="12700"/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18" name="Straight Arrow Connector 117">
                        <a:extLst>
                          <a:ext uri="{FF2B5EF4-FFF2-40B4-BE49-F238E27FC236}">
                            <a16:creationId xmlns:a16="http://schemas.microsoft.com/office/drawing/2014/main" id="{97FAB875-0D90-7DEF-014C-070D036EEA79}"/>
                          </a:ext>
                        </a:extLst>
                      </p:cNvPr>
                      <p:cNvCxnSpPr>
                        <a:cxnSpLocks/>
                        <a:stCxn id="98" idx="1"/>
                      </p:cNvCxnSpPr>
                      <p:nvPr/>
                    </p:nvCxnSpPr>
                    <p:spPr>
                      <a:xfrm flipH="1" flipV="1">
                        <a:off x="2969828" y="2406049"/>
                        <a:ext cx="1809301" cy="4764"/>
                      </a:xfrm>
                      <a:prstGeom prst="straightConnector1">
                        <a:avLst/>
                      </a:prstGeom>
                      <a:ln w="28575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4" name="Straight Arrow Connector 123">
                        <a:extLst>
                          <a:ext uri="{FF2B5EF4-FFF2-40B4-BE49-F238E27FC236}">
                            <a16:creationId xmlns:a16="http://schemas.microsoft.com/office/drawing/2014/main" id="{4B437C1E-AB28-2FA9-B325-60B2DBDB6089}"/>
                          </a:ext>
                        </a:extLst>
                      </p:cNvPr>
                      <p:cNvCxnSpPr>
                        <a:cxnSpLocks/>
                        <a:stCxn id="98" idx="3"/>
                      </p:cNvCxnSpPr>
                      <p:nvPr/>
                    </p:nvCxnSpPr>
                    <p:spPr>
                      <a:xfrm flipV="1">
                        <a:off x="7631025" y="2406049"/>
                        <a:ext cx="1591147" cy="4764"/>
                      </a:xfrm>
                      <a:prstGeom prst="straightConnector1">
                        <a:avLst/>
                      </a:prstGeom>
                      <a:ln w="28575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63" name="TextBox 162">
                      <a:extLst>
                        <a:ext uri="{FF2B5EF4-FFF2-40B4-BE49-F238E27FC236}">
                          <a16:creationId xmlns:a16="http://schemas.microsoft.com/office/drawing/2014/main" id="{DC497EB7-8D47-B1F7-7041-33B5AB0F13C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9508" y="1597990"/>
                      <a:ext cx="168020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Flight controller</a:t>
                      </a:r>
                      <a:endParaRPr lang="LID4096" dirty="0"/>
                    </a:p>
                  </p:txBody>
                </p:sp>
              </p:grpSp>
            </p:grpSp>
          </p:grpSp>
        </p:grpSp>
      </p:grp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E3C78627-EC33-41BD-073A-57AEE2931854}"/>
              </a:ext>
            </a:extLst>
          </p:cNvPr>
          <p:cNvCxnSpPr>
            <a:cxnSpLocks/>
            <a:stCxn id="97" idx="3"/>
          </p:cNvCxnSpPr>
          <p:nvPr/>
        </p:nvCxnSpPr>
        <p:spPr>
          <a:xfrm rot="10800000">
            <a:off x="6084925" y="3048005"/>
            <a:ext cx="1011369" cy="2518793"/>
          </a:xfrm>
          <a:prstGeom prst="bentConnector2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302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 Efraim</dc:creator>
  <cp:lastModifiedBy>Tal Efraim</cp:lastModifiedBy>
  <cp:revision>2</cp:revision>
  <dcterms:created xsi:type="dcterms:W3CDTF">2026-08-25T13:45:18Z</dcterms:created>
  <dcterms:modified xsi:type="dcterms:W3CDTF">2026-08-25T13:54:09Z</dcterms:modified>
</cp:coreProperties>
</file>